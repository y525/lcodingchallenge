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09"/>
  </p:normalViewPr>
  <p:slideViewPr>
    <p:cSldViewPr snapToGrid="0">
      <p:cViewPr varScale="1">
        <p:scale>
          <a:sx n="119" d="100"/>
          <a:sy n="119" d="100"/>
        </p:scale>
        <p:origin x="23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1C3BC-D620-1A71-CC37-27AA1C540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8715F-766E-3407-66BE-FC112F064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287A1-137E-7204-AD8A-8C50D617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5EB8-1D5E-D165-66A9-9EAB8A26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C44FC-5A02-CE6B-83C5-B076273C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2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7CF0-0408-FD70-BFC8-6E789D119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914C2-3539-CB3B-364B-AB23042D3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0C4DC-3C25-1DEB-1400-1ECB5609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32FF0-5281-01BF-B09E-CD60633E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89B2-5343-B66A-5F11-27BE693E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9CDD-5949-26E7-32F1-12298C7A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B0464-1E22-FD51-3DAA-52900F34A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D2C2-3405-1ECC-A000-2B3A8896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5B20-47D5-DA28-195E-F398C66C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67AEB-F6AE-F690-9479-54E312E9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7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D4C6-E1C1-50C6-D3C8-22A42B90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B21D3-C570-F118-DA71-55EB63FF1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9C891-C06A-5551-12F9-F7B30C6B5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5E3E7-9907-494E-BD60-BE362BEF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68D8B-C75D-DACF-93DF-4E2B13C0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339F9-3E0A-850D-143E-148CAF56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7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978E-02C3-7B53-F31A-C2892994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E68BA-8013-0380-FC2D-0135F7F2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4FCDA-B710-516F-FA73-F18213051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94AD3F-1A22-70D4-351C-877EA82EF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20963-9083-3C5E-95AC-B02EFC8EB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F2478-6D48-46F8-7CB6-3380CD7F9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95D57-2FB1-8AEE-AAC3-73228838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3C2F7D-6A67-8777-5335-48F3DA27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0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7A28-CEA2-1ACE-6CF4-BE7FCB1D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1B295-CC1B-0FCA-1FCC-C25A96315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18576-E649-86F1-8E2B-4E0A3BB6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997E6-EE2B-9CCA-2CEE-AE43D9E6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0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C84B1-AF3F-1EC8-3FC7-A125BA77C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4DFD2-2ACD-CC94-73A4-39CE1208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46F5A-632B-6A07-2970-0F3E8822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CC7D-32A3-E609-3D0E-BFF25FD2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194E6-9114-B4E5-6AD6-DBDA8CCC5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B6576-5F79-B8C3-5767-C675F7AB9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7D31-20B6-4250-0972-DB940B609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C02-8DB3-6EDF-D6D6-0C37EFD3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F05BB-8EB8-1DB4-A38E-E3535483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6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2D53-B4E9-E6CF-A19D-B276A740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23D5D-4029-F8C8-7F24-2D3218FBD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FEB84-EEA3-9518-F097-D369707ED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0B8C1-B796-58E6-CD1E-793EFC2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B4BC4-BE9E-C7F4-A4C6-944024B4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7ACC1-2873-3C56-169C-AFC27DEE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9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8BD2-3744-796E-1FDD-736DAD4FE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58067-222D-80C6-2C1E-BB0B31812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34E0-4435-9A16-060B-D3C62B82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E67D1-D03C-CE98-8585-AE2D5B143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6CA5C-8AD3-1895-9360-29B687B0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44085-ECD3-E06A-7265-48A5DDC2F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CA3F0-073C-EEA2-084E-D87B89919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5B3D-99CE-4F44-6A0D-9E67ED50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AE7DB-0B8D-5ACD-232A-C9D8FC7B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A10EB-5074-B28C-A0D9-A78E048A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3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6A2D3D-CE32-D2BE-6CA4-CD21ADB68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9C939-C4DE-0645-26E6-646683FBE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DD98-96B1-AC00-A317-3369EA567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CBD72-BB60-4242-94FC-D0F21EA3762A}" type="datetimeFigureOut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0D8FA-74F2-F06E-5D63-1242FEFB3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3FAC-E4DA-2611-89D9-C39F498B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2E51E-B2FB-9C45-BBC8-588296E6D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elp.com/biz/sparkys-balloons-san-francisco-6?osq=Party+Supplie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98CDD-20EE-3236-50F8-E3CE65EAD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81CC4-4E64-7762-DD2B-D8170F262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Elena Wang</a:t>
            </a:r>
          </a:p>
        </p:txBody>
      </p:sp>
    </p:spTree>
    <p:extLst>
      <p:ext uri="{BB962C8B-B14F-4D97-AF65-F5344CB8AC3E}">
        <p14:creationId xmlns:p14="http://schemas.microsoft.com/office/powerpoint/2010/main" val="227405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6C4C-135E-D9EA-D582-7F8F6C1E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27F1-C392-BF2E-C691-58E322C5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65" y="834768"/>
            <a:ext cx="5537670" cy="1325563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chemeClr val="accent1"/>
                </a:solidFill>
                <a:latin typeface="XINGKAI SC LIGHT" panose="02010600040101010101" pitchFamily="2" charset="-122"/>
                <a:ea typeface="XINGKAI SC LIGHT" panose="02010600040101010101" pitchFamily="2" charset="-122"/>
              </a:rPr>
              <a:t>Happy New Year!</a:t>
            </a:r>
          </a:p>
        </p:txBody>
      </p:sp>
      <p:pic>
        <p:nvPicPr>
          <p:cNvPr id="5" name="Picture 4" descr="Balloons on a desk in an office&#10;&#10;Description automatically generated">
            <a:extLst>
              <a:ext uri="{FF2B5EF4-FFF2-40B4-BE49-F238E27FC236}">
                <a16:creationId xmlns:a16="http://schemas.microsoft.com/office/drawing/2014/main" id="{2363002D-2492-8880-67F8-C68FBA3D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143" y="352062"/>
            <a:ext cx="2263140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278C83-2492-64CE-9E44-826F5EB48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54" y="3369582"/>
            <a:ext cx="11355692" cy="301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F629F4-243A-D367-F426-75D4D9AC0AD9}"/>
              </a:ext>
            </a:extLst>
          </p:cNvPr>
          <p:cNvSpPr txBox="1"/>
          <p:nvPr/>
        </p:nvSpPr>
        <p:spPr>
          <a:xfrm>
            <a:off x="6823437" y="1564702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Query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281D8-D801-DEAD-7120-E9829295190F}"/>
              </a:ext>
            </a:extLst>
          </p:cNvPr>
          <p:cNvSpPr txBox="1"/>
          <p:nvPr/>
        </p:nvSpPr>
        <p:spPr>
          <a:xfrm>
            <a:off x="2061188" y="2614322"/>
            <a:ext cx="29086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List of similar images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87FA56-EE86-497E-A217-8363F27016F5}"/>
              </a:ext>
            </a:extLst>
          </p:cNvPr>
          <p:cNvCxnSpPr/>
          <p:nvPr/>
        </p:nvCxnSpPr>
        <p:spPr>
          <a:xfrm>
            <a:off x="3021874" y="2978331"/>
            <a:ext cx="0" cy="391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D20989-DFB8-3ADC-8B53-09C92DFA34C4}"/>
              </a:ext>
            </a:extLst>
          </p:cNvPr>
          <p:cNvCxnSpPr/>
          <p:nvPr/>
        </p:nvCxnSpPr>
        <p:spPr>
          <a:xfrm>
            <a:off x="8151223" y="1733581"/>
            <a:ext cx="4354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ADF1360-55C2-6F31-5E4F-DC7B490E89DA}"/>
              </a:ext>
            </a:extLst>
          </p:cNvPr>
          <p:cNvSpPr txBox="1"/>
          <p:nvPr/>
        </p:nvSpPr>
        <p:spPr>
          <a:xfrm>
            <a:off x="482272" y="6387102"/>
            <a:ext cx="6477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4"/>
              </a:rPr>
              <a:t>https://www.yelp.com/biz/sparkys-balloons-san-francisco-6?osq=Party+Supplies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2E9E3-6059-C4C4-37D5-D274615B5485}"/>
              </a:ext>
            </a:extLst>
          </p:cNvPr>
          <p:cNvSpPr txBox="1"/>
          <p:nvPr/>
        </p:nvSpPr>
        <p:spPr>
          <a:xfrm>
            <a:off x="9520745" y="6372112"/>
            <a:ext cx="21739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entury Gothic" panose="020B0502020202020204" pitchFamily="34" charset="0"/>
              </a:rPr>
              <a:t>Image-&gt; image search</a:t>
            </a:r>
          </a:p>
        </p:txBody>
      </p:sp>
    </p:spTree>
    <p:extLst>
      <p:ext uri="{BB962C8B-B14F-4D97-AF65-F5344CB8AC3E}">
        <p14:creationId xmlns:p14="http://schemas.microsoft.com/office/powerpoint/2010/main" val="82066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5B5F-65E5-0A82-9727-E9F00CB9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D38FA-B3D5-931C-D1B1-D86019A5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"/>
          <a:stretch/>
        </p:blipFill>
        <p:spPr>
          <a:xfrm>
            <a:off x="3666308" y="1690688"/>
            <a:ext cx="7687491" cy="461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9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6BD4-C796-502D-F1A1-E8702CCC0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4376-2CAF-B2D9-5011-8CF0CE2A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6C4E17-AC05-4A7D-C9BB-9D559459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6"/>
          <a:stretch/>
        </p:blipFill>
        <p:spPr>
          <a:xfrm>
            <a:off x="3640182" y="1690688"/>
            <a:ext cx="7713617" cy="444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072DD-38FF-ADA4-D6F9-C8CFB533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2C8A7-23DC-23E8-C2F4-5BE649C3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CCD9F-B551-A990-F164-0F010F4E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049" y="1690688"/>
            <a:ext cx="7772400" cy="442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55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C200-7CB0-5C80-F3D6-B16B43AA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AF1D-6AC2-D6F7-C3C8-44A492BD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the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D36CC-314D-5005-5723-4335D3DC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732"/>
          <a:stretch/>
        </p:blipFill>
        <p:spPr>
          <a:xfrm>
            <a:off x="3309552" y="1690688"/>
            <a:ext cx="7715499" cy="441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57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C8C06-28B8-CC87-CF18-536673ACB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-&gt; images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C6158-88CB-B2BF-C719-BD4051EA0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2949"/>
            <a:ext cx="10611116" cy="3566160"/>
          </a:xfrm>
          <a:prstGeom prst="rect">
            <a:avLst/>
          </a:prstGeom>
        </p:spPr>
      </p:pic>
      <p:pic>
        <p:nvPicPr>
          <p:cNvPr id="6" name="Picture 5" descr="A green grass field with stairs and a red railing&#10;&#10;Description automatically generated with medium confidence">
            <a:extLst>
              <a:ext uri="{FF2B5EF4-FFF2-40B4-BE49-F238E27FC236}">
                <a16:creationId xmlns:a16="http://schemas.microsoft.com/office/drawing/2014/main" id="{17231201-6633-42BF-4B6E-9AFC8128D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770" y="365125"/>
            <a:ext cx="24384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72DFB-F5B9-3B7A-D364-5B7C4F17CCFB}"/>
              </a:ext>
            </a:extLst>
          </p:cNvPr>
          <p:cNvSpPr txBox="1"/>
          <p:nvPr/>
        </p:nvSpPr>
        <p:spPr>
          <a:xfrm>
            <a:off x="9607558" y="2263617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Query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5ADCF-E3CF-4224-5BA6-8C8185F658F5}"/>
              </a:ext>
            </a:extLst>
          </p:cNvPr>
          <p:cNvSpPr txBox="1"/>
          <p:nvPr/>
        </p:nvSpPr>
        <p:spPr>
          <a:xfrm>
            <a:off x="4932125" y="6308209"/>
            <a:ext cx="2908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List of similar images</a:t>
            </a:r>
          </a:p>
        </p:txBody>
      </p:sp>
    </p:spTree>
    <p:extLst>
      <p:ext uri="{BB962C8B-B14F-4D97-AF65-F5344CB8AC3E}">
        <p14:creationId xmlns:p14="http://schemas.microsoft.com/office/powerpoint/2010/main" val="185549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0A7D-2F78-97FE-52F4-1C7C21E38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3086-5BD2-222E-3747-1EABD1D76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+ Image -&gt; images search</a:t>
            </a:r>
          </a:p>
        </p:txBody>
      </p:sp>
      <p:pic>
        <p:nvPicPr>
          <p:cNvPr id="6" name="Picture 5" descr="A green grass field with stairs and a red railing&#10;&#10;Description automatically generated with medium confidence">
            <a:extLst>
              <a:ext uri="{FF2B5EF4-FFF2-40B4-BE49-F238E27FC236}">
                <a16:creationId xmlns:a16="http://schemas.microsoft.com/office/drawing/2014/main" id="{1EAC0AA2-5417-08C9-269E-61F2D9D3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1251" y="365125"/>
            <a:ext cx="24384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CF6D04-77FA-5265-7F88-2A3B9242FF9B}"/>
              </a:ext>
            </a:extLst>
          </p:cNvPr>
          <p:cNvSpPr txBox="1"/>
          <p:nvPr/>
        </p:nvSpPr>
        <p:spPr>
          <a:xfrm>
            <a:off x="9407531" y="2226875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Query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3845B-F62E-8FB7-3CC0-837DCE74F3BE}"/>
              </a:ext>
            </a:extLst>
          </p:cNvPr>
          <p:cNvSpPr txBox="1"/>
          <p:nvPr/>
        </p:nvSpPr>
        <p:spPr>
          <a:xfrm>
            <a:off x="4520908" y="6114077"/>
            <a:ext cx="2908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List of similar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D2CB27-77EA-D3B3-7034-4381753FB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47917"/>
            <a:ext cx="10738643" cy="3566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F9C49B-C3DA-0DFF-B7EA-E28345FDC60D}"/>
              </a:ext>
            </a:extLst>
          </p:cNvPr>
          <p:cNvSpPr/>
          <p:nvPr/>
        </p:nvSpPr>
        <p:spPr>
          <a:xfrm>
            <a:off x="677333" y="2732442"/>
            <a:ext cx="2808145" cy="16136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35A83-5CF5-23B2-88A7-F69999E75B11}"/>
              </a:ext>
            </a:extLst>
          </p:cNvPr>
          <p:cNvSpPr txBox="1"/>
          <p:nvPr/>
        </p:nvSpPr>
        <p:spPr>
          <a:xfrm>
            <a:off x="4372187" y="2628459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Text Query</a:t>
            </a:r>
          </a:p>
        </p:txBody>
      </p:sp>
    </p:spTree>
    <p:extLst>
      <p:ext uri="{BB962C8B-B14F-4D97-AF65-F5344CB8AC3E}">
        <p14:creationId xmlns:p14="http://schemas.microsoft.com/office/powerpoint/2010/main" val="18712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71</Words>
  <Application>Microsoft Macintosh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XINGKAI SC LIGHT</vt:lpstr>
      <vt:lpstr>Aptos</vt:lpstr>
      <vt:lpstr>Aptos Display</vt:lpstr>
      <vt:lpstr>Arial</vt:lpstr>
      <vt:lpstr>Century Gothic</vt:lpstr>
      <vt:lpstr>Office Theme</vt:lpstr>
      <vt:lpstr>Image Search</vt:lpstr>
      <vt:lpstr>Happy New Year!</vt:lpstr>
      <vt:lpstr>All the images</vt:lpstr>
      <vt:lpstr>All the images</vt:lpstr>
      <vt:lpstr>All the images</vt:lpstr>
      <vt:lpstr>All the images</vt:lpstr>
      <vt:lpstr>Image -&gt; images search</vt:lpstr>
      <vt:lpstr>Text + Image -&gt; images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Elena Wang</dc:creator>
  <cp:lastModifiedBy>Elena Wang</cp:lastModifiedBy>
  <cp:revision>8</cp:revision>
  <dcterms:created xsi:type="dcterms:W3CDTF">2025-01-03T23:33:40Z</dcterms:created>
  <dcterms:modified xsi:type="dcterms:W3CDTF">2025-01-05T08:09:48Z</dcterms:modified>
</cp:coreProperties>
</file>